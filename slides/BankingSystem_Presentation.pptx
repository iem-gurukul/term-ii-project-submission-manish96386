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1097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560320"/>
            <a:ext cx="1371600" cy="320040"/>
          </a:xfrm>
          <a:prstGeom prst="ellipse">
            <a:avLst/>
          </a:prstGeom>
          <a:solidFill>
            <a:srgbClr val="1A3060">
              <a:alpha val="7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0920" y="2194560"/>
            <a:ext cx="1371600" cy="320040"/>
          </a:xfrm>
          <a:prstGeom prst="ellipse">
            <a:avLst/>
          </a:prstGeom>
          <a:solidFill>
            <a:srgbClr val="1A3060">
              <a:alpha val="6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06640" y="1828800"/>
            <a:ext cx="1371600" cy="320040"/>
          </a:xfrm>
          <a:prstGeom prst="ellipse">
            <a:avLst/>
          </a:prstGeom>
          <a:solidFill>
            <a:srgbClr val="1A3060">
              <a:alpha val="5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1463040"/>
            <a:ext cx="1371600" cy="320040"/>
          </a:xfrm>
          <a:prstGeom prst="ellipse">
            <a:avLst/>
          </a:prstGeom>
          <a:solidFill>
            <a:srgbClr val="1A3060">
              <a:alpha val="4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3152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System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29184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783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OOP Console Application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272491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banking operations are error-prone and inefficient. There is no unified system to manage accounts, deposits, withdrawals, and transfers reliably.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6576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66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customers &amp; developers learning OOP design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4480560"/>
            <a:ext cx="10972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8FA4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0" y="4480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1920240" cy="502920"/>
          </a:xfrm>
          <a:prstGeom prst="rect">
            <a:avLst/>
          </a:prstGeom>
          <a:solidFill>
            <a:srgbClr val="4FC3F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(Console)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017520" y="1115568"/>
            <a:ext cx="201168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115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BankingSystem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/ UI)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965960"/>
            <a:ext cx="2011680" cy="502920"/>
          </a:xfrm>
          <a:prstGeom prst="rect">
            <a:avLst/>
          </a:prstGeom>
          <a:solidFill>
            <a:srgbClr val="255B8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965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(Controller)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1965960"/>
            <a:ext cx="1920240" cy="502920"/>
          </a:xfrm>
          <a:prstGeom prst="rect">
            <a:avLst/>
          </a:prstGeom>
          <a:solidFill>
            <a:srgbClr val="C67B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9659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(Abstract)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2788920"/>
            <a:ext cx="19202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7889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(Concrete)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1367028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023360" y="1618488"/>
            <a:ext cx="0" cy="347472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029200" y="2217420"/>
            <a:ext cx="73152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6720840" y="2468880"/>
            <a:ext cx="0" cy="320040"/>
          </a:xfrm>
          <a:prstGeom prst="line">
            <a:avLst/>
          </a:prstGeom>
          <a:noFill/>
          <a:ln w="19050">
            <a:solidFill>
              <a:srgbClr val="2E7D32"/>
            </a:solidFill>
            <a:prstDash val="dash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365760" y="34930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Classes &amp; Responsibilities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82219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base — holds balance, history; declares deposit/withdraw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382219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38221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SavingsAccount: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impl — validates and executes deposit &amp; withdraw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427939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4279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account map, creates accounts, orchestrates transfers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427939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2793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BankingSystem: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— scanner-driven menu loop, dispatches to Bank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Used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114800" cy="1737360"/>
          </a:xfrm>
          <a:prstGeom prst="rect">
            <a:avLst/>
          </a:prstGeom>
          <a:solidFill>
            <a:srgbClr val="192244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109728" cy="1737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 Abstraction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5488" y="13075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is declared abstract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deposit() and withdraw() are abstract methods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 implementation details from users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777240"/>
            <a:ext cx="4114800" cy="1737360"/>
          </a:xfrm>
          <a:prstGeom prst="rect">
            <a:avLst/>
          </a:prstGeom>
          <a:solidFill>
            <a:srgbClr val="192244"/>
          </a:solidFill>
          <a:ln w="19050">
            <a:solidFill>
              <a:srgbClr val="FFD9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777240"/>
            <a:ext cx="109728" cy="173736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8686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Inheritance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56048" y="130759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SavingsAccount extends Account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Inherits: balance, history, checkBalance()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constructor via super()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4114800" cy="1737360"/>
          </a:xfrm>
          <a:prstGeom prst="rect">
            <a:avLst/>
          </a:prstGeom>
          <a:solidFill>
            <a:srgbClr val="192244"/>
          </a:solidFill>
          <a:ln w="19050">
            <a:solidFill>
              <a:srgbClr val="43E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651760"/>
            <a:ext cx="109728" cy="1737360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  Polymorphism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5488" y="318211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@Override on deposit() &amp; withdraw()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stores Map&lt;Integer, Account&gt;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deposit/withdraw via Account ref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2651760"/>
            <a:ext cx="4114800" cy="1737360"/>
          </a:xfrm>
          <a:prstGeom prst="rect">
            <a:avLst/>
          </a:prstGeom>
          <a:solidFill>
            <a:srgbClr val="192244"/>
          </a:solidFill>
          <a:ln w="19050">
            <a:solidFill>
              <a:srgbClr val="FFB34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651760"/>
            <a:ext cx="109728" cy="17373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56048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Encapsulation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56048" y="3182112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accounts are private/protected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API: deposit(), withdraw(), transfer()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state not directly modifiable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526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Pattern: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Method Pattern — Account defines the algorithm skeleton; SavingsAccount provides concrete implementation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046720" y="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572000" cy="4114800"/>
          </a:xfrm>
          <a:prstGeom prst="rect">
            <a:avLst/>
          </a:prstGeom>
          <a:solidFill>
            <a:srgbClr val="10193A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6868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Decision: Exception-Driven Validation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4297680" cy="33832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SavingsAccount.withdraw()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(amount &gt; balance)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new RuntimeException(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"Insufficient Balance!");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-= amount;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history.add("Withdrawn: " + amt);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Bank.transfer()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sender = getAccount(from);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 receiver = getAccount(to);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(sender.balance &lt; amount)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 new RuntimeException(...);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sender.balance -= amount;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3E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receiver.balance += amount;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120640" y="8046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126187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261872"/>
            <a:ext cx="73152" cy="594360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57800" y="12984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logic lives in the class, not the menu controller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0" y="194767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0" y="1947672"/>
            <a:ext cx="73152" cy="594360"/>
          </a:xfrm>
          <a:prstGeom prst="rect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57800" y="19842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Error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try-catch wraps all user interactions in main loop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20640" y="263347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120640" y="2633472"/>
            <a:ext cx="73152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57800" y="26700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Polymorphic Dispatch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calls withdraw() via Account ref — works for any future account 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331927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3319272"/>
            <a:ext cx="73152" cy="59436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33558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valid transaction is recorded in transactionHistory list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120640" y="4005072"/>
            <a:ext cx="3749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0" y="4005072"/>
            <a:ext cx="73152" cy="594360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404164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Noted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RuntimeException is unchecked — could be improved with custom checked exceptions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  •  1.5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777240"/>
            <a:ext cx="2788920" cy="3977640"/>
          </a:xfrm>
          <a:prstGeom prst="rect">
            <a:avLst/>
          </a:prstGeom>
          <a:solidFill>
            <a:srgbClr val="192244"/>
          </a:solidFill>
          <a:ln w="19050">
            <a:solidFill>
              <a:srgbClr val="43E97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04672"/>
            <a:ext cx="502920" cy="502920"/>
          </a:xfrm>
          <a:prstGeom prst="ellipse">
            <a:avLst/>
          </a:prstGeom>
          <a:solidFill>
            <a:srgbClr val="43E97B"/>
          </a:solidFill>
          <a:ln w="12700">
            <a:solidFill>
              <a:srgbClr val="43E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41832" y="841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E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Path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" y="1389888"/>
            <a:ext cx="2514600" cy="3200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two accounts (Alice &amp; Bob)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₹5000 into Alice's account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₹2000 from Alice to Bob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balances of both accounts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777240"/>
            <a:ext cx="2788920" cy="3977640"/>
          </a:xfrm>
          <a:prstGeom prst="rect">
            <a:avLst/>
          </a:prstGeom>
          <a:solidFill>
            <a:srgbClr val="192244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0128" y="804672"/>
            <a:ext cx="502920" cy="502920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841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Scenario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1389888"/>
            <a:ext cx="2514600" cy="3200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₹1000 from Bob's account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transaction history for Bob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history reflects all operations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audit trail is accurate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777240"/>
            <a:ext cx="2788920" cy="3977640"/>
          </a:xfrm>
          <a:prstGeom prst="rect">
            <a:avLst/>
          </a:prstGeom>
          <a:solidFill>
            <a:srgbClr val="192244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54496" y="804672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804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30568" y="84124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1928" y="1389888"/>
            <a:ext cx="2514600" cy="320040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withdraw &gt; balance → 'Insufficient Balance!'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a negative amount → 'Invalid deposit amount!'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non-existent account → 'Account not found!'</a:t>
            </a:r>
            <a:endParaRPr lang="en-US" sz="115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system continues gracefully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" y="4828032"/>
            <a:ext cx="8595360" cy="182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482803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💡  Tip: Compile with  javac BankingSystem.java  then run  java BankingSystem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System - Java OOP Project</dc:title>
  <dc:subject>PptxGenJS Presentation</dc:subject>
  <dc:creator>PptxGenJS</dc:creator>
  <cp:lastModifiedBy>PptxGenJS</cp:lastModifiedBy>
  <cp:revision>1</cp:revision>
  <dcterms:created xsi:type="dcterms:W3CDTF">2026-03-29T14:16:39Z</dcterms:created>
  <dcterms:modified xsi:type="dcterms:W3CDTF">2026-03-29T14:16:39Z</dcterms:modified>
</cp:coreProperties>
</file>